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被動投資組合實驗室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A8D4"/>
                </a:solidFill>
              </a:rPr>
              <a:t>Passive Portfolio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專案技術報告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7E"/>
                </a:solidFill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7E"/>
                </a:solidFill>
              </a:rPr>
              <a:t>github.com/amandatseng0320/passive-portfolio-lab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專案總覽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三個平台 · 37 個標的 · 每日自動更新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F3C"/>
                </a:solidFill>
              </a:rPr>
              <a:t>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5"/>
                </a:solidFill>
              </a:rPr>
              <a:t>以真實歷史數據回答台灣投資人最常見的投資問題——
回測、FIRE 試算、相關性分析、資產篩選，
整合為三個免費可用的工具平台。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2651760" cy="1737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F3C"/>
                </a:solidFill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7E"/>
                </a:solidFill>
              </a:rPr>
              <a:t>精選標的
(14 台股 ETF ＋ 15 美股 ETF ＋ 8 加密貨幣)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828800"/>
            <a:ext cx="2651760" cy="1737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F3C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7E"/>
                </a:solidFill>
              </a:rPr>
              <a:t>部署平台
(Streamlit、GitHub Pages、Looker Studio)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840480"/>
            <a:ext cx="2651760" cy="1737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977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F3C"/>
                </a:solidFill>
              </a:rPr>
              <a:t>98+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177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7E"/>
                </a:solidFill>
              </a:rPr>
              <a:t>自動化測試
(5 模組，覆蓋所有金融公式)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840480"/>
            <a:ext cx="2651760" cy="1737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977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F3C"/>
                </a:solidFill>
              </a:rPr>
              <a:t>24h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6177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7E"/>
                </a:solidFill>
              </a:rPr>
              <a:t>資料更新頻率
(GitHub Actions 每日凌晨一點自動執行)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四層架構：收集 → 儲存 → 處理 → 呈現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743200" cy="50292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資料收集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Yahoo Finance (v8 REST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FRED API（美國 CPI 通膨）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TWD/USD 匯率（Yahoo TWD=X）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45920"/>
            <a:ext cx="274320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資料儲存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Google BigQuery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raw_prices / asset_metrics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portfolio_* 預計算結果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743200" cy="50292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資料處理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metrics.py — CAGR、Sharpe、Max 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71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backtest.py — TWD 回測引擎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fire_calculator.py — FIRE 試算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645920"/>
            <a:ext cx="274320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呈現平台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Streamlit 互動儀表板（即時）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71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GitHub Pages 靜態網頁（每日）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Looker Studio BI 報表（即時）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7E"/>
                </a:solidFill>
              </a:rPr>
              <a:t>全流程由 GitHub Actions 排程驅動，每日凌晨一點（台北時間）自動執行。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資料流水線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GitHub Actions cron → 資料收集 → BigQuery → 三平台部署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103120" cy="2286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9202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01:00 TW
GitHub Actions 觸發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7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828800"/>
            <a:ext cx="2103120" cy="228600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1965960"/>
            <a:ext cx="19202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fetch_prices.py
fetch_macro.py
37 資產收盤價 + 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7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828800"/>
            <a:ext cx="2103120" cy="2286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1965960"/>
            <a:ext cx="19202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metrics.py
CAGR、Sharpe、
Max DD 等指標計算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7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1828800"/>
            <a:ext cx="2103120" cy="228600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19" y="1965960"/>
            <a:ext cx="19202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export_web_data.py
validate_export.py
寫入 ppl-data.js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28800"/>
            <a:ext cx="2103120" cy="2286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965960"/>
            <a:ext cx="19202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GitHub Pages 部署
Streamlit 即時讀取
Looker Studio 即時讀取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7E"/>
                </a:solidFill>
              </a:rPr>
              <a:t>BigQuery 作為單一資料來源 (single source of truth)，Streamlit 與 Looker 即時查詢，GitHub Pages 每日匯出靜態快照。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科技架構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Python 3.11 為核心，串接雲端服務與前端平台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層次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技術 / 服務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前端介面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Streamlit 1.35+, Streamlit-AgGrid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互動式儀表板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視覺化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Plotly 5.18+,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圖表、熱力圖、雷達圖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資料處理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pandas 2.0+, NumPy 1.26+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金融計算與資料框操作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資料收集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Yahoo Finance v8 REST, FRED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收盤價、匯率、通膨資料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資料儲存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Google BigQuery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資產指標與每日價格歷史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AI 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Google Gemini 2.5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投資組合策略自然語言摘要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靜態網頁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HTML / CSS / JavaScript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GitHub Pages 無後端部署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BI 報表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Looker Studio + BigQuery Semantic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六個預建視圖、可分享報表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CI/CD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GitHub Actions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每日資料刷新 + 驗證 + 部署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測試框架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pytest 7.0+, pytest-mock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單元測試，所有外部 I/O mock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535"/>
                          </a:solidFill>
                        </a:rPr>
                        <a:t>語言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Python 3.11（主）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535"/>
                          </a:solidFill>
                        </a:rPr>
                        <a:t>2,683 LOC（src + tests）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37 個精選標的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台股 ETF ＋ 美股 ETF ＋ 加密貨幣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45720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台股 ETF（14 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0050.TW — 台灣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0056.TW — 高股息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00878.TW — 國泰永續高股息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00919.TW — 群益台灣精選高息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006208.TW — 富邦台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00646.TW — 元大 S&amp;P500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… 等 14 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657600" cy="457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美股 ETF（15 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VOO / IVV / SPY — S&amp;P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VTI — 全美市場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QQQ — 那斯達克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VEA — 已開發國家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VWO — 新興市場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BND — 美國債券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166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GLD — 黃金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VNQ — REITs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6172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… 等 15 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600200"/>
            <a:ext cx="3657600" cy="45720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加密貨幣（8 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BTC-USD — 比特幣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ETH-USD — 以太坊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BNB-USD — BNB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XRP-USD — 瑞波幣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SOL-USD — Solana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排除穩定幣與低流動性長尾幣種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7E"/>
                </a:solidFill>
              </a:rPr>
              <a:t>篩選標準：流動性充足 ｜ 費用率低 ｜ 覆蓋不重疊（每細分市場 1–2 檔）｜ 至少 3 年歷史資料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金融公式 — 核心指標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所有公式均有單元測試覆蓋，無黑盒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公式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說明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CAGR 年化報酬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(end_price / start_price)^(1/years) − 1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以完整年數計算複合年增長率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波動率 (Volatility)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std(daily_returns) × √252（股票）
std(daily_returns) × √365（加密）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年化標準差，加密貨幣採 365 交易日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最大回撤 (Max Drawdown)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min((close − rolling_max) / rolling_max)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從歷史最高點的最大跌幅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Sharpe 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(CAGR − 2.5%) / Volatility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無風險利率預設 2.5%（可調）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最差年度 (Worst Year)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min(annual_returns)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歷年中報酬最低的單一自然年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金融公式 — 回測引擎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以新台幣（TWD）為計算基準的混合回測模型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F3C"/>
                </a:solidFill>
              </a:rPr>
              <a:t>核心設計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Combined TWD Model：第一天一次性投入 ＋ 每月 1 日定期定額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FX 轉換：美股 ETF 以每日實際 TWD/USD 匯率（Yahoo TWD=X）換算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組合價值：所有持倉每日加總；月初注入新資金並重新計算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867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每月第一個交易日判斷：以該月實際開盤首日注入定期定額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451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回撤事件標記：識別 12+ 個歷史市場事件（2008 GFC、2020 COVID、
  2022 升息循環、2025 關稅衝擊等）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35"/>
                </a:solidFill>
              </a:rPr>
              <a:t>• 恢復期（Recovery）：從谷底回到前高的天數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7E"/>
                </a:solidFill>
              </a:rPr>
              <a:t>實作檔案：streamlit_dashboard/src/processing/backtest.py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金融公式 — FIRE 退休試算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Financial Independence, Retire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303520" cy="43891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F3C"/>
                </a:solidFill>
              </a:rPr>
              <a:t>計算邏輯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目標金額 = 年支出 ÷ 提領率
（預設 4% 法則，可自訂）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每年資產 = 前期資產 × (1 + 加權 CAGR)
             ＋ 年投入金額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加權 CAGR = Σ (持倉比例ᵢ × CAGRᵢ)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通膨調整：實質報酬 = 名目 CAGR − CPI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上限 50 年；若無法在 50 年內達成則標示未達成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303520" cy="4389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輸入參數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現有存款（TWD）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每月投入金額（TWD）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目標退休年支出（TWD）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自訂提領率（預設 4%）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7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通膨率（來自 FRED CPI 或手動輸入）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投資組合配置比例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7E"/>
                </a:solidFill>
              </a:rPr>
              <a:t>實作檔案：streamlit_dashboard/src/processing/fire_calculator.py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測試策略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5 個模組 · 1,128 行測試程式碼 · 所有外部 I/O mock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測試檔案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涵蓋範圍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test_metrics.py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214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CAGR、波動率（股票 vs 加密）、Max DD、Sharpe、邊界條件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test_backtest.py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TWD 混合回測引擎、代碼白名單驗證、月投入注入邏輯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test_fire_calculator.py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FIRE 目標試算、加權 CAGR、通膨調整、50 年上限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test_drawdown_events.py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回撤事件偵測、12+ 市場事件標記、恢復期計算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test_export_web_data.py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230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PPL_ASSETS schema 驗證、PPL_PRICE_HISTORY 結構、TWD 轉換、冪等性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F3C"/>
                </a:solidFill>
              </a:rPr>
              <a:t>測試原則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所有網路 I/O 使用 pytest-mock 模擬（不依賴 BigQuery、Yahoo Finance、FRED、Gemini）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96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共用測試資料以 conftest.py fixtures 提供（minimal_metrics_df、minimal_prices 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441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每個金融公式均有邊界條件與異常輸入測試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916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• 執行：pytest tests/（從 repo root）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安全性設計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無硬編碼憑證 · 分層存取控制 · CI/CD OIDC 認證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元件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認證方式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位置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Google BigQuery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Service Account JSON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.env → GOOGLE_APPLICATION_CREDENTIALS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Streamlit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Streamlit Secrets（加密儲存）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st.secrets['gcp_service_account']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應用程式密碼（選用）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Session-based password gate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APP_PASSWORD in st.secrets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FRED API（選用）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API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FRED_API_KEY in .env（無則使用預設值）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Gemini AI（選用）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API Key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GEMINI_API_KEY in .env（無則隱藏功能）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535"/>
                          </a:solidFill>
                        </a:rP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GCP_SA_KEY encrypted 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2535"/>
                          </a:solidFill>
                        </a:rPr>
                        <a:t>OIDC — 無需在 CI 中存儲憑證文件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F3C"/>
                </a:solidFill>
              </a:rPr>
              <a:t>安全設計原則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✓  所有憑證透過環境變數或 Streamlit Secrets 注入，程式碼中無任何明文金鑰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05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✓  .env.example 提供範例結構，實際 .env 與 credentials.json 列於 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984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✓  export_web_data.py + validate_export.py 雙重驗證，確保輸出資料完整性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916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35"/>
                </a:solidFill>
              </a:rPr>
              <a:t>✓  GitHub Pages 靜態部署：無後端、無資料庫直連、無 API 金鑰暴露於瀏覽器端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CI/CD 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GitHub Actions — 每日一次，全自動無人工介入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1737360" cy="23774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cron: 17:00 UTC
（台北 01:00）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543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828800"/>
            <a:ext cx="1737360" cy="237744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fetch_prices.py
fetch_macro.py
抓取最新收盤價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6783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1737360" cy="23774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metrics.py
計算 CAGR、Sharpe
Max DD 等指標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3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828800"/>
            <a:ext cx="1737360" cy="237744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export_web_data.py
匯出 ppl-data.js
（37 資產 × 日線）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1737360" cy="23774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validate_export.py
資料完整性驗證
失敗則中止部署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182B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828800"/>
            <a:ext cx="1737360" cy="2377440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1965960"/>
            <a:ext cx="159105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git commit
git push
GitHub Pages 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7E"/>
                </a:solidFill>
              </a:rPr>
              <a:t>工作流程檔案：.github/workflows/update-and-deploy.yml
Streamlit 與 Looker Studio 即時讀取 BigQuery，無需另外部署；只有 GitHub Pages 需要 git push 觸發重新建置。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版本更新記錄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精選重要提交（排除每日自動資料更新）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Commit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變更摘要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d875865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重構 Landing Page：以使用者視角取代技術說明，新增被動投資哲學、精選標的介紹、平台比較表、FAQ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feat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31e4616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功能區標語更新：強調完整投資流程與數據驅動決策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3a1e819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Hero CTA 按鈕錨點修正：滾動至平台介紹區段而非直連 Streamlit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78cc877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Hero 覆蓋層加入 pointer-events:none，修復按鈕無法點擊問題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177126b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全站中文文案加入明確斷句 &lt;br /&gt;，防止非自然換行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65a4998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消除重複邏輯、提升效能與可維護性（重構）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23165b4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修正 7 個 P1 正確性錯誤（金融計算相關）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66923b6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各平台獨特 favicon、統一按鈕樣式、清理文件結構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b240dfd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修正響應式設計：卡片 Grid 與全寬版面（手機）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8b45094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設定所有平台預設語言為正體中文（zh-TW）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41d9202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新增 Streamlit Cloud 入口點相容性 shim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7a476b8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重組 repo 結構（monorepo → 模組化子目錄）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chore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3751a14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新增 CLAUDE.md 專案層級 AI 協作指令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chore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535"/>
                          </a:solidFill>
                        </a:rPr>
                        <a:t>612b903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大規模重構：降低重複程式碼、提升可維護性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2535"/>
                          </a:solidFill>
                        </a:rPr>
                        <a:t>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三大平台功能比較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2A8D4"/>
                </a:solidFill>
              </a:rPr>
              <a:t>依使用情境選擇最適合的工具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功能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Streamlit
互動儀表板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GitHub Pages
靜態網頁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Looker Studio
報表</a:t>
                      </a:r>
                    </a:p>
                  </a:txBody>
                  <a:tcPr>
                    <a:solidFill>
                      <a:srgbClr val="0D1F3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六步驟完整分析流程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即時資料連線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AI 投資組合摘要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歷史回測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FIRE 退休試算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資產瀏覽與排序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手機友善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尚可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535"/>
                          </a:solidFill>
                        </a:rPr>
                        <a:t>最適情境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完整建立分析組合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快速查閱與視覺瀏覽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535"/>
                          </a:solidFill>
                        </a:rPr>
                        <a:t>分享報告給他人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41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開源 · 透明 · 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2A8D4"/>
                </a:solidFill>
              </a:rPr>
              <a:t>• 完整原始碼發布於 GitHub，MIT 授權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060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2A8D4"/>
                </a:solidFill>
              </a:rPr>
              <a:t>• 所有金融公式均有對應單元測試，計算邏輯逐行可追蹤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2A8D4"/>
                </a:solidFill>
              </a:rPr>
              <a:t>• 無黑盒：每一條曲線背後都有可驗證的數學公式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94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2A8D4"/>
                </a:solidFill>
              </a:rPr>
              <a:t>• 每日自動更新，資料來源透明（Yahoo Finance + FRED）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389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2A8D4"/>
                </a:solidFill>
              </a:rPr>
              <a:t>• 歡迎 Fork、Issue、Pull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7E"/>
                </a:solidFill>
              </a:rPr>
              <a:t>github.com/amandatseng0320/passive-portfolio-lab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